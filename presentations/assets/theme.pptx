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/>
  <p:sldSz cy="5143500" cx="9144000"/>
  <p:notesSz cx="6858000" cy="9144000"/>
  <p:embeddedFontLst>
    <p:embeddedFont>
      <p:font typeface="Gill Sans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A80942-54FC-410B-82C0-A46948659490}">
  <a:tblStyle styleId="{2DA80942-54FC-410B-82C0-A4694865949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22" Type="http://schemas.openxmlformats.org/officeDocument/2006/relationships/font" Target="fonts/GillSans-regular.fntdata"/><Relationship Id="rId23" Type="http://schemas.openxmlformats.org/officeDocument/2006/relationships/font" Target="fonts/GillSans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088684" y="603389"/>
            <a:ext cx="72024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088684" y="1511799"/>
            <a:ext cx="7202400" cy="25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5665604" y="247778"/>
            <a:ext cx="26256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088684" y="246980"/>
            <a:ext cx="44541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60045" y="599230"/>
            <a:ext cx="608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1090422" y="1385316"/>
            <a:ext cx="7205700" cy="0"/>
          </a:xfrm>
          <a:prstGeom prst="straightConnector1">
            <a:avLst/>
          </a:prstGeom>
          <a:noFill/>
          <a:ln cap="flat" cmpd="sng" w="238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5" name="Google Shape;95;p20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6" name="Google Shape;96;p20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7" name="Google Shape;97;p20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9" name="Google Shape;109;p22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